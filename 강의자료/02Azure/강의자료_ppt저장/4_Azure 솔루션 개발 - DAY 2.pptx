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Azure 솔루션 개발 - DAY 2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061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99425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8742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0896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7686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42875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73257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61398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31761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67297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26821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784719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68989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45736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54242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710829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00421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5754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와이드스크린</ep:PresentationFormat>
  <ep:Paragraphs>2</ep:Paragraphs>
  <ep:Slides>19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테마</vt:lpstr>
      <vt:lpstr>Azure 솔루션 개발 - DAY 2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2021-05-25T08:01:06.000</dcterms:created>
  <dc:creator>Microsoft Office User</dc:creator>
  <cp:lastModifiedBy>Microsoft Office User</cp:lastModifiedBy>
  <dcterms:modified xsi:type="dcterms:W3CDTF">2026-05-27T04:33:54.274</dcterms:modified>
  <cp:revision>3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