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Azure 솔루션 개발 - DAY 3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4918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6317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9854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1489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8774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889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4822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8978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47888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5188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68869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13083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3855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68533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44453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42410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61333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27621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8992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20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테마</vt:lpstr>
      <vt:lpstr>Azure 솔루션 개발 - DAY 3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2026-05-28T05:00:39.924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