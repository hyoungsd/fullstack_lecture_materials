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Developing AI Solutions - DAY 2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7401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7296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4946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45503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2521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67845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25170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9334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31730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90700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3984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48556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8208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98569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32264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53750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0580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</ep:Words>
  <ep:PresentationFormat>와이드스크린</ep:PresentationFormat>
  <ep:Paragraphs>2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테마</vt:lpstr>
      <vt:lpstr>Developing AI Solutions - DAY 2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2026-06-30T00:52:45.306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