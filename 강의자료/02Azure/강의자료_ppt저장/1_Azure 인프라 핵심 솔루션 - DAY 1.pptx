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52" r:id="rId50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slide" Target="slides/slide33.xml"  /><Relationship Id="rId35" Type="http://schemas.openxmlformats.org/officeDocument/2006/relationships/slide" Target="slides/slide34.xml"  /><Relationship Id="rId36" Type="http://schemas.openxmlformats.org/officeDocument/2006/relationships/slide" Target="slides/slide35.xml"  /><Relationship Id="rId37" Type="http://schemas.openxmlformats.org/officeDocument/2006/relationships/slide" Target="slides/slide36.xml"  /><Relationship Id="rId38" Type="http://schemas.openxmlformats.org/officeDocument/2006/relationships/slide" Target="slides/slide37.xml"  /><Relationship Id="rId39" Type="http://schemas.openxmlformats.org/officeDocument/2006/relationships/slide" Target="slides/slide38.xml"  /><Relationship Id="rId4" Type="http://schemas.openxmlformats.org/officeDocument/2006/relationships/slide" Target="slides/slide3.xml"  /><Relationship Id="rId40" Type="http://schemas.openxmlformats.org/officeDocument/2006/relationships/slide" Target="slides/slide39.xml"  /><Relationship Id="rId41" Type="http://schemas.openxmlformats.org/officeDocument/2006/relationships/slide" Target="slides/slide40.xml"  /><Relationship Id="rId42" Type="http://schemas.openxmlformats.org/officeDocument/2006/relationships/slide" Target="slides/slide41.xml"  /><Relationship Id="rId43" Type="http://schemas.openxmlformats.org/officeDocument/2006/relationships/slide" Target="slides/slide42.xml"  /><Relationship Id="rId44" Type="http://schemas.openxmlformats.org/officeDocument/2006/relationships/slide" Target="slides/slide43.xml"  /><Relationship Id="rId45" Type="http://schemas.openxmlformats.org/officeDocument/2006/relationships/slide" Target="slides/slide44.xml"  /><Relationship Id="rId46" Type="http://schemas.openxmlformats.org/officeDocument/2006/relationships/slide" Target="slides/slide45.xml"  /><Relationship Id="rId47" Type="http://schemas.openxmlformats.org/officeDocument/2006/relationships/slide" Target="slides/slide46.xml"  /><Relationship Id="rId48" Type="http://schemas.openxmlformats.org/officeDocument/2006/relationships/slide" Target="slides/slide47.xml"  /><Relationship Id="rId49" Type="http://schemas.openxmlformats.org/officeDocument/2006/relationships/slide" Target="slides/slide48.xml"  /><Relationship Id="rId5" Type="http://schemas.openxmlformats.org/officeDocument/2006/relationships/slide" Target="slides/slide4.xml"  /><Relationship Id="rId50" Type="http://schemas.openxmlformats.org/officeDocument/2006/relationships/slide" Target="slides/slide49.xml"  /><Relationship Id="rId51" Type="http://schemas.openxmlformats.org/officeDocument/2006/relationships/presProps" Target="presProps.xml"  /><Relationship Id="rId52" Type="http://schemas.openxmlformats.org/officeDocument/2006/relationships/viewProps" Target="viewProps.xml"  /><Relationship Id="rId53" Type="http://schemas.openxmlformats.org/officeDocument/2006/relationships/theme" Target="theme/theme1.xml"  /><Relationship Id="rId54" Type="http://schemas.openxmlformats.org/officeDocument/2006/relationships/tableStyles" Target="tableStyles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5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6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7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8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9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1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2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3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4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5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6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7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Azure 인프라 핵심 솔루션 - DAY 1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1205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37965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8463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71076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6343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14882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64055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2552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00129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84720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3676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42458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394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22282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46215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54941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08909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02582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35660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23679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82601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04240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15730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3437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4088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53996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6696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12593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11943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66755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73801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17003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87789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308040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37994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11387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513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38370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7123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85436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84798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00190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82190"/>
      </p:ext>
    </p:extLst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62928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39158"/>
      </p:ext>
    </p:extLst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77490"/>
      </p:ext>
    </p:extLst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85548"/>
      </p:ext>
    </p:extLst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2782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</ep:Words>
  <ep:PresentationFormat>와이드스크린</ep:PresentationFormat>
  <ep:Paragraphs>2</ep:Paragraphs>
  <ep:Slides>49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ep:HeadingPairs>
  <ep:TitlesOfParts>
    <vt:vector size="50" baseType="lpstr">
      <vt:lpstr>Office 테마</vt:lpstr>
      <vt:lpstr>Azure 인프라 핵심 솔루션 - DAY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2026-05-27T00:56:57.496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