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Container &amp; DevOps - DAY 2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0459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9576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100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8181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6055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17543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6548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7193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20103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5787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45769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2362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38746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8330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45563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24195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92413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99503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5462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3734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21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테마</vt:lpstr>
      <vt:lpstr>Container &amp; DevOps - DAY 2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2026-06-30T04:32:32.992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