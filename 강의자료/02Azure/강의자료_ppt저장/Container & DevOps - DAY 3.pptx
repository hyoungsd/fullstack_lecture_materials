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56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40" r:id="rId45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presProps" Target="presProps.xml"  /><Relationship Id="rId47" Type="http://schemas.openxmlformats.org/officeDocument/2006/relationships/viewProps" Target="viewProps.xml"  /><Relationship Id="rId48" Type="http://schemas.openxmlformats.org/officeDocument/2006/relationships/theme" Target="theme/theme1.xml"  /><Relationship Id="rId49" Type="http://schemas.openxmlformats.org/officeDocument/2006/relationships/tableStyles" Target="tableStyles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/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6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7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8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9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0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1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2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3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4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5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6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7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8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9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0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Container &amp; DevOps - DAY 3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81152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44481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04554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70925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7141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90278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2793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56056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98724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97284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72706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6307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9615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46730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76288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81789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54091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24542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61785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72479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089538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99494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02913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50247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9332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18752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9018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89435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57384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38145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78641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83452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86614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53472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07251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75983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6862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38117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36702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74398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36235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4542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</ep:Words>
  <ep:PresentationFormat>와이드스크린</ep:PresentationFormat>
  <ep:Paragraphs>2</ep:Paragraphs>
  <ep:Slides>43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ep:HeadingPairs>
  <ep:TitlesOfParts>
    <vt:vector size="44" baseType="lpstr">
      <vt:lpstr>Office 테마</vt:lpstr>
      <vt:lpstr>Container &amp; DevOps - DAY 3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2026-06-30T04:19:45.630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