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trictFirstAndLastChars="0" autoCompressPictures="0">
  <p:sldMasterIdLst>
    <p:sldMasterId id="2147483648" r:id="rId1"/>
  </p:sldMasterIdLst>
  <p:sldIdLst>
    <p:sldId id="256" r:id="rId2"/>
    <p:sldId id="282" r:id="rId3"/>
    <p:sldId id="283" r:id="rId4"/>
    <p:sldId id="284" r:id="rId5"/>
    <p:sldId id="285" r:id="rId6"/>
    <p:sldId id="286" r:id="rId7"/>
    <p:sldId id="287" r:id="rId8"/>
    <p:sldId id="288" r:id="rId9"/>
    <p:sldId id="289" r:id="rId10"/>
    <p:sldId id="290" r:id="rId11"/>
    <p:sldId id="291" r:id="rId12"/>
    <p:sldId id="292" r:id="rId13"/>
    <p:sldId id="293" r:id="rId14"/>
    <p:sldId id="294" r:id="rId15"/>
    <p:sldId id="295" r:id="rId16"/>
    <p:sldId id="296" r:id="rId17"/>
    <p:sldId id="297" r:id="rId18"/>
    <p:sldId id="298" r:id="rId19"/>
    <p:sldId id="299" r:id="rId20"/>
    <p:sldId id="300" r:id="rId21"/>
    <p:sldId id="301" r:id="rId22"/>
    <p:sldId id="302" r:id="rId23"/>
    <p:sldId id="303" r:id="rId24"/>
    <p:sldId id="304" r:id="rId25"/>
    <p:sldId id="305" r:id="rId26"/>
    <p:sldId id="306" r:id="rId27"/>
  </p:sldIdLst>
  <p:sldSz cx="12192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/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>
    <p:restoredLeft sz="15611"/>
    <p:restoredTop sz="94722"/>
  </p:normalViewPr>
  <p:slideViewPr>
    <p:cSldViewPr snapToGrid="0" snapToObjects="1">
      <p:cViewPr varScale="1">
        <p:scale>
          <a:sx n="118" d="100"/>
          <a:sy n="118" d="100"/>
        </p:scale>
        <p:origin x="904" y="208"/>
      </p:cViewPr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9.xml"  /><Relationship Id="rId11" Type="http://schemas.openxmlformats.org/officeDocument/2006/relationships/slide" Target="slides/slide10.xml"  /><Relationship Id="rId12" Type="http://schemas.openxmlformats.org/officeDocument/2006/relationships/slide" Target="slides/slide11.xml"  /><Relationship Id="rId13" Type="http://schemas.openxmlformats.org/officeDocument/2006/relationships/slide" Target="slides/slide12.xml"  /><Relationship Id="rId14" Type="http://schemas.openxmlformats.org/officeDocument/2006/relationships/slide" Target="slides/slide13.xml"  /><Relationship Id="rId15" Type="http://schemas.openxmlformats.org/officeDocument/2006/relationships/slide" Target="slides/slide14.xml"  /><Relationship Id="rId16" Type="http://schemas.openxmlformats.org/officeDocument/2006/relationships/slide" Target="slides/slide15.xml"  /><Relationship Id="rId17" Type="http://schemas.openxmlformats.org/officeDocument/2006/relationships/slide" Target="slides/slide16.xml"  /><Relationship Id="rId18" Type="http://schemas.openxmlformats.org/officeDocument/2006/relationships/slide" Target="slides/slide17.xml"  /><Relationship Id="rId19" Type="http://schemas.openxmlformats.org/officeDocument/2006/relationships/slide" Target="slides/slide18.xml"  /><Relationship Id="rId2" Type="http://schemas.openxmlformats.org/officeDocument/2006/relationships/slide" Target="slides/slide1.xml"  /><Relationship Id="rId20" Type="http://schemas.openxmlformats.org/officeDocument/2006/relationships/slide" Target="slides/slide19.xml"  /><Relationship Id="rId21" Type="http://schemas.openxmlformats.org/officeDocument/2006/relationships/slide" Target="slides/slide20.xml"  /><Relationship Id="rId22" Type="http://schemas.openxmlformats.org/officeDocument/2006/relationships/slide" Target="slides/slide21.xml"  /><Relationship Id="rId23" Type="http://schemas.openxmlformats.org/officeDocument/2006/relationships/slide" Target="slides/slide22.xml"  /><Relationship Id="rId24" Type="http://schemas.openxmlformats.org/officeDocument/2006/relationships/slide" Target="slides/slide23.xml"  /><Relationship Id="rId25" Type="http://schemas.openxmlformats.org/officeDocument/2006/relationships/slide" Target="slides/slide24.xml"  /><Relationship Id="rId26" Type="http://schemas.openxmlformats.org/officeDocument/2006/relationships/slide" Target="slides/slide25.xml"  /><Relationship Id="rId27" Type="http://schemas.openxmlformats.org/officeDocument/2006/relationships/slide" Target="slides/slide26.xml"  /><Relationship Id="rId28" Type="http://schemas.openxmlformats.org/officeDocument/2006/relationships/presProps" Target="presProps.xml"  /><Relationship Id="rId29" Type="http://schemas.openxmlformats.org/officeDocument/2006/relationships/viewProps" Target="viewProps.xml"  /><Relationship Id="rId3" Type="http://schemas.openxmlformats.org/officeDocument/2006/relationships/slide" Target="slides/slide2.xml"  /><Relationship Id="rId30" Type="http://schemas.openxmlformats.org/officeDocument/2006/relationships/theme" Target="theme/theme1.xml"  /><Relationship Id="rId31" Type="http://schemas.openxmlformats.org/officeDocument/2006/relationships/tableStyles" Target="tableStyles.xml"  /><Relationship Id="rId4" Type="http://schemas.openxmlformats.org/officeDocument/2006/relationships/slide" Target="slides/slide3.xml"  /><Relationship Id="rId5" Type="http://schemas.openxmlformats.org/officeDocument/2006/relationships/slide" Target="slides/slide4.xml"  /><Relationship Id="rId6" Type="http://schemas.openxmlformats.org/officeDocument/2006/relationships/slide" Target="slides/slide5.xml"  /><Relationship Id="rId7" Type="http://schemas.openxmlformats.org/officeDocument/2006/relationships/slide" Target="slides/slide6.xml"  /><Relationship Id="rId8" Type="http://schemas.openxmlformats.org/officeDocument/2006/relationships/slide" Target="slides/slide7.xml"  /><Relationship Id="rId9" Type="http://schemas.openxmlformats.org/officeDocument/2006/relationships/slide" Target="slides/slide8.xml"  /></Relationship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27223D-BE2F-4F47-86AC-8C3A187745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97EAA17-F410-0F44-89B2-EA0F63CA98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3D3FC37-9A84-904F-91E2-BD86FB810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3227C-93A5-8042-8448-50FEB4E23414}" type="datetimeFigureOut">
              <a:rPr kumimoji="1" lang="ko-KR" altLang="en-US" smtClean="0"/>
              <a:t>2021. 5. 26.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A50991F-1217-9247-9743-C5DD5FD48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9E0EA6C-6D6E-EC49-B57F-24B9BA062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E20D1-A5D1-F140-A1BB-13515675840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6691218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89965D-BF03-1F4A-9914-EAB9F9C82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AC479B2-6F48-7A44-9BAC-B269EC1B80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1349628-01C1-FA49-A459-2EC0BFB89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3227C-93A5-8042-8448-50FEB4E23414}" type="datetimeFigureOut">
              <a:rPr kumimoji="1" lang="ko-KR" altLang="en-US" smtClean="0"/>
              <a:t>2021. 5. 26.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0D2697C-309F-1447-91D8-C9F20727F0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C84FAE3-3BF8-9D40-AF5B-4A8D661BA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E20D1-A5D1-F140-A1BB-13515675840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8014621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B273A2-B9C7-B546-A88C-808027B0D7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22E9590-E8F2-094F-8B04-D8BF6855F6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404E983-C4DF-3E4D-BAB2-FAE17A65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3227C-93A5-8042-8448-50FEB4E23414}" type="datetimeFigureOut">
              <a:rPr kumimoji="1" lang="ko-KR" altLang="en-US" smtClean="0"/>
              <a:t>2021. 5. 26.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3F4B2ED-D1F5-1A42-96D2-C3E64F6142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135EAEA-049D-9F4A-B3A5-62BC9EC64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E20D1-A5D1-F140-A1BB-13515675840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5265276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3213E1-F352-8941-A9F6-7BBE052EB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9F42BF7-D305-CA4A-AE06-2FCF9F2A83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C2569FE-8012-BD44-A28E-3D1EF9C5AF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E66ED87-2D90-914D-81D6-5E72933D35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3227C-93A5-8042-8448-50FEB4E23414}" type="datetimeFigureOut">
              <a:rPr kumimoji="1" lang="ko-KR" altLang="en-US" smtClean="0"/>
              <a:t>2021. 5. 26.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FFBA0D6-1A44-5446-99B3-9A8AF238C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A8FFFF8-0062-7443-B534-39DF4E455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E20D1-A5D1-F140-A1BB-13515675840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369080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286591-7F3D-B247-8139-9701627CAE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FC7865A-F4D3-C044-B83C-B8E24719CA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FF5BF73-1E29-4043-BA01-5233BA563A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60F142C-E293-1C4D-97C7-FF07C56192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C45C983-6BE8-8D4C-B57D-B58752BB8D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675D91F3-757D-1442-BCDB-C86B10CFB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3227C-93A5-8042-8448-50FEB4E23414}" type="datetimeFigureOut">
              <a:rPr kumimoji="1" lang="ko-KR" altLang="en-US" smtClean="0"/>
              <a:t>2021. 5. 26.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C5E0747-C479-B044-A36C-54BA8E3362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17E1461-6F51-6B40-BD6B-609D79729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E20D1-A5D1-F140-A1BB-13515675840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3337141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3CE99A-96E9-344D-9DCF-7498E211B7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8CEAE83-B59D-5C4B-A1AD-B668D5A4CF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3227C-93A5-8042-8448-50FEB4E23414}" type="datetimeFigureOut">
              <a:rPr kumimoji="1" lang="ko-KR" altLang="en-US" smtClean="0"/>
              <a:t>2021. 5. 26.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5F0BE1C-093C-8D42-93BA-54C13E6F4B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F8379DA-FDE9-6F46-8C56-1A538EEEE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E20D1-A5D1-F140-A1BB-13515675840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2349743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F45B7B3-DF7A-F449-A2FF-C04295E69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3227C-93A5-8042-8448-50FEB4E23414}" type="datetimeFigureOut">
              <a:rPr kumimoji="1" lang="ko-KR" altLang="en-US" smtClean="0"/>
              <a:t>2021. 5. 26.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3EE020B-68FE-8F44-9095-1E94F12595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FDBC12B-AD3E-ED43-BA6C-34023ED40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E20D1-A5D1-F140-A1BB-13515675840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9395030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DF4C56-38B4-CD4D-B9C0-29745A9DC5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7C53009-8502-5840-80D1-737E97095B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45D2910-D264-E04C-B4F6-C474BAC09C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BD64DD6-67EE-674A-B9E7-6EDEE7C04E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3227C-93A5-8042-8448-50FEB4E23414}" type="datetimeFigureOut">
              <a:rPr kumimoji="1" lang="ko-KR" altLang="en-US" smtClean="0"/>
              <a:t>2021. 5. 26.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17FC29F-805E-2D4B-8178-B26D15BFD4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F724331-EFB2-9E42-987B-96F8C3195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E20D1-A5D1-F140-A1BB-13515675840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1240039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6936CA-C9BF-8E4C-8D6E-A3B3CAB96A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CD76DDA-033B-A847-A66A-DD82AD799C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20DE79A-193D-1740-B953-79FA40A71B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C878880-5C24-3949-A58A-CA23901CDE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3227C-93A5-8042-8448-50FEB4E23414}" type="datetimeFigureOut">
              <a:rPr kumimoji="1" lang="ko-KR" altLang="en-US" smtClean="0"/>
              <a:t>2021. 5. 26.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AB7229D-B602-A646-93D8-1971C1EFDA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9B035F6-67F6-AF4A-9FA6-B03707899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E20D1-A5D1-F140-A1BB-13515675840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3836947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7DFCC3-87AA-2846-A111-7C0059B549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B0AE2A0-3D83-AA42-84D8-997549D23F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3D742D6-6841-F84D-9BE5-8E7F574B67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3227C-93A5-8042-8448-50FEB4E23414}" type="datetimeFigureOut">
              <a:rPr kumimoji="1" lang="ko-KR" altLang="en-US" smtClean="0"/>
              <a:t>2021. 5. 26.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7C61844-4DB5-8142-9F17-DD44469CAB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CE65BEC-8FB0-5048-84BE-B14BF3358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E20D1-A5D1-F140-A1BB-13515675840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6858726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441CCDD-C34F-0B45-9ECE-A69D70A43F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F56E035-25E4-5546-9674-AE44DB2F07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C0EB531-F1F7-BD43-BA87-E7AF7A5C1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3227C-93A5-8042-8448-50FEB4E23414}" type="datetimeFigureOut">
              <a:rPr kumimoji="1" lang="ko-KR" altLang="en-US" smtClean="0"/>
              <a:t>2021. 5. 26.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1C78256-FBAA-A64A-997E-C08EE08B1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0C39B62-EA98-5C42-B350-2842821E4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E20D1-A5D1-F140-A1BB-13515675840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451139407"/>
      </p:ext>
    </p:extLst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7CA44EF-A6E1-5943-9287-0D86AF52C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7840CC1-A8BD-034C-B341-FF7447DBAF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4408829-44A2-1149-8264-2CAEEA40D9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43227C-93A5-8042-8448-50FEB4E23414}" type="datetimeFigureOut">
              <a:rPr kumimoji="1" lang="ko-KR" altLang="en-US" smtClean="0"/>
              <a:t>2021. 5. 26.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539B7EA-9A93-9949-AEA1-FB3EAEE96E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91038EC-8BFD-F74C-B5A1-3BD5350197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6E20D1-A5D1-F140-A1BB-13515675840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323767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.png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2.pn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3.pn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4.png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5.png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6.png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7.png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8.png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9.png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0.png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1.png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2.png"  /></Relationships>
</file>

<file path=ppt/slides/_rels/slide1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3.png"  /></Relationships>
</file>

<file path=ppt/slides/_rels/slide1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4.png"  /></Relationships>
</file>

<file path=ppt/slides/_rels/slide1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5.png"  /></Relationships>
</file>

<file path=ppt/slides/_rels/slide1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6.png"  /></Relationships>
</file>

<file path=ppt/slides/_rels/slide1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7.png"  /></Relationships>
</file>

<file path=ppt/slides/_rels/slide1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8.png"  /></Relationships>
</file>

<file path=ppt/slides/_rels/slide2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9.png"  /></Relationships>
</file>

<file path=ppt/slides/_rels/slide2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20.png"  /></Relationships>
</file>

<file path=ppt/slides/_rels/slide2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21.png"  /></Relationships>
</file>

<file path=ppt/slides/_rels/slide2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22.png"  /></Relationships>
</file>

<file path=ppt/slides/_rels/slide2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2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2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/>
        <p:txBody>
          <a:bodyPr/>
          <a:p>
            <a:pPr lvl="0"/>
            <a:r>
              <a:rPr lang="en-US" altLang="ko-KR" sz="6000" b="0" i="0">
                <a:solidFill>
                  <a:srgbClr val="1f1f1f"/>
                </a:solidFill>
                <a:latin typeface="monospace"/>
                <a:ea typeface="monospace"/>
                <a:cs typeface="monospace"/>
              </a:rPr>
              <a:t>Developing AI Solutions - DAY1</a:t>
            </a:r>
            <a:endParaRPr kumimoji="1"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p>
            <a:pPr lvl="0"/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9921532"/>
      </p:ext>
    </p:extLst>
  </p:cSld>
  <p:clrMapOvr>
    <a:masterClrMapping/>
  </p:clrMapOvr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2508712"/>
      </p:ext>
    </p:extLst>
  </p:cSld>
  <p:clrMapOvr>
    <a:masterClrMapping/>
  </p:clrMapOvr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8685183"/>
      </p:ext>
    </p:extLst>
  </p:cSld>
  <p:clrMapOvr>
    <a:masterClrMapping/>
  </p:clrMapOvr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2601951"/>
      </p:ext>
    </p:extLst>
  </p:cSld>
  <p:clrMapOvr>
    <a:masterClrMapping/>
  </p:clrMapOvr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7996801"/>
      </p:ext>
    </p:extLst>
  </p:cSld>
  <p:clrMapOvr>
    <a:masterClrMapping/>
  </p:clrMapOvr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4644610"/>
      </p:ext>
    </p:extLst>
  </p:cSld>
  <p:clrMapOvr>
    <a:masterClrMapping/>
  </p:clrMapOvr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2448541"/>
      </p:ext>
    </p:extLst>
  </p:cSld>
  <p:clrMapOvr>
    <a:masterClrMapping/>
  </p:clrMapOvr>
</p:sld>
</file>

<file path=ppt/slides/slide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8594551"/>
      </p:ext>
    </p:extLst>
  </p:cSld>
  <p:clrMapOvr>
    <a:masterClrMapping/>
  </p:clrMapOvr>
</p:sld>
</file>

<file path=ppt/slides/slide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9055442"/>
      </p:ext>
    </p:extLst>
  </p:cSld>
  <p:clrMapOvr>
    <a:masterClrMapping/>
  </p:clrMapOvr>
</p:sld>
</file>

<file path=ppt/slides/slide1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9035884"/>
      </p:ext>
    </p:extLst>
  </p:cSld>
  <p:clrMapOvr>
    <a:masterClrMapping/>
  </p:clrMapOvr>
</p:sld>
</file>

<file path=ppt/slides/slide1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8942879"/>
      </p:ext>
    </p:extLst>
  </p:cSld>
  <p:clrMapOvr>
    <a:masterClrMapping/>
  </p:clrMapOvr>
</p:sld>
</file>

<file path=ppt/slides/slide1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8740813"/>
      </p:ext>
    </p:extLst>
  </p:cSld>
  <p:clrMapOvr>
    <a:masterClrMapping/>
  </p:clrMapOvr>
</p:sld>
</file>

<file path=ppt/slides/slide1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550782"/>
      </p:ext>
    </p:extLst>
  </p:cSld>
  <p:clrMapOvr>
    <a:masterClrMapping/>
  </p:clrMapOvr>
</p:sld>
</file>

<file path=ppt/slides/slide1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1009812"/>
      </p:ext>
    </p:extLst>
  </p:cSld>
  <p:clrMapOvr>
    <a:masterClrMapping/>
  </p:clrMapOvr>
</p:sld>
</file>

<file path=ppt/slides/slide1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1915406"/>
      </p:ext>
    </p:extLst>
  </p:cSld>
  <p:clrMapOvr>
    <a:masterClrMapping/>
  </p:clrMapOvr>
</p:sld>
</file>

<file path=ppt/slides/slide1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4604248"/>
      </p:ext>
    </p:extLst>
  </p:cSld>
  <p:clrMapOvr>
    <a:masterClrMapping/>
  </p:clrMapOvr>
</p:sld>
</file>

<file path=ppt/slides/slide1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6556715"/>
      </p:ext>
    </p:extLst>
  </p:cSld>
  <p:clrMapOvr>
    <a:masterClrMapping/>
  </p:clrMapOvr>
</p:sld>
</file>

<file path=ppt/slides/slide1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8961431"/>
      </p:ext>
    </p:extLst>
  </p:cSld>
  <p:clrMapOvr>
    <a:masterClrMapping/>
  </p:clrMapOvr>
</p:sld>
</file>

<file path=ppt/slides/slide1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8672666"/>
      </p:ext>
    </p:extLst>
  </p:cSld>
  <p:clrMapOvr>
    <a:masterClrMapping/>
  </p:clrMapOvr>
</p:sld>
</file>

<file path=ppt/slides/slide2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0100422"/>
      </p:ext>
    </p:extLst>
  </p:cSld>
  <p:clrMapOvr>
    <a:masterClrMapping/>
  </p:clrMapOvr>
</p:sld>
</file>

<file path=ppt/slides/slide2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5666125"/>
      </p:ext>
    </p:extLst>
  </p:cSld>
  <p:clrMapOvr>
    <a:masterClrMapping/>
  </p:clrMapOvr>
</p:sld>
</file>

<file path=ppt/slides/slide2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6922926"/>
      </p:ext>
    </p:extLst>
  </p:cSld>
  <p:clrMapOvr>
    <a:masterClrMapping/>
  </p:clrMapOvr>
</p:sld>
</file>

<file path=ppt/slides/slide2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2485298"/>
      </p:ext>
    </p:extLst>
  </p:cSld>
  <p:clrMapOvr>
    <a:masterClrMapping/>
  </p:clrMapOvr>
</p:sld>
</file>

<file path=ppt/slides/slide2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85368406"/>
      </p:ext>
    </p:extLst>
  </p:cSld>
  <p:clrMapOvr>
    <a:masterClrMapping/>
  </p:clrMapOvr>
</p:sld>
</file>

<file path=ppt/slides/slide2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10047418"/>
      </p:ext>
    </p:extLst>
  </p:cSld>
  <p:clrMapOvr>
    <a:masterClrMapping/>
  </p:clrMapOvr>
</p:sld>
</file>

<file path=ppt/slides/slide2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6205031"/>
      </p:ext>
    </p:extLst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5</ep:Words>
  <ep:PresentationFormat>와이드스크린</ep:PresentationFormat>
  <ep:Paragraphs>2</ep:Paragraphs>
  <ep:Slides>26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26</vt:i4>
      </vt:variant>
    </vt:vector>
  </ep:HeadingPairs>
  <ep:TitlesOfParts>
    <vt:vector size="27" baseType="lpstr">
      <vt:lpstr>Office 테마</vt:lpstr>
      <vt:lpstr>Developing AI Solutions - DAY1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  <vt:lpstr>슬라이드 15</vt:lpstr>
      <vt:lpstr>슬라이드 16</vt:lpstr>
      <vt:lpstr>슬라이드 17</vt:lpstr>
      <vt:lpstr>슬라이드 18</vt:lpstr>
      <vt:lpstr>슬라이드 19</vt:lpstr>
      <vt:lpstr>슬라이드 20</vt:lpstr>
      <vt:lpstr>슬라이드 21</vt:lpstr>
      <vt:lpstr>슬라이드 22</vt:lpstr>
      <vt:lpstr>슬라이드 23</vt:lpstr>
      <vt:lpstr>슬라이드 24</vt:lpstr>
      <vt:lpstr>슬라이드 25</vt:lpstr>
      <vt:lpstr>슬라이드 26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2021-05-25T17:01:06.000</dcterms:created>
  <dc:creator>Microsoft Office User</dc:creator>
  <cp:lastModifiedBy>Microsoft Office User</cp:lastModifiedBy>
  <dcterms:modified xsi:type="dcterms:W3CDTF">2026-06-30T00:47:36.432</dcterms:modified>
  <cp:revision>2</cp:revision>
  <dc:title>PowerPoint 프레젠테이션</dc:title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